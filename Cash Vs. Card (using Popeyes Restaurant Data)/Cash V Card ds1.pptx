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Albert Sans"/>
      <p:regular r:id="rId14"/>
      <p:bold r:id="rId15"/>
      <p:italic r:id="rId16"/>
      <p:boldItalic r:id="rId17"/>
    </p:embeddedFont>
    <p:embeddedFont>
      <p:font typeface="Nanum Myeongjo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AlbertSans-bold.fntdata"/><Relationship Id="rId14" Type="http://schemas.openxmlformats.org/officeDocument/2006/relationships/font" Target="fonts/AlbertSans-regular.fntdata"/><Relationship Id="rId17" Type="http://schemas.openxmlformats.org/officeDocument/2006/relationships/font" Target="fonts/AlbertSans-boldItalic.fntdata"/><Relationship Id="rId16" Type="http://schemas.openxmlformats.org/officeDocument/2006/relationships/font" Target="fonts/AlbertSans-italic.fntdata"/><Relationship Id="rId19" Type="http://schemas.openxmlformats.org/officeDocument/2006/relationships/font" Target="fonts/NanumMyeongjo-bold.fntdata"/><Relationship Id="rId18" Type="http://schemas.openxmlformats.org/officeDocument/2006/relationships/font" Target="fonts/NanumMyeongj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1ed9048291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1ed9048291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1bdc42d40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1bdc42d40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1bdc42d40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1bdc42d40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1ef796b23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1ef796b23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1ef796b23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1ef796b23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1ef796b23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1ef796b23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1ef796b2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1ef796b2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1ef796b232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1ef796b232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" name="Google Shape;10;p2"/>
          <p:cNvSpPr txBox="1"/>
          <p:nvPr>
            <p:ph type="title"/>
          </p:nvPr>
        </p:nvSpPr>
        <p:spPr>
          <a:xfrm>
            <a:off x="3780304" y="889050"/>
            <a:ext cx="4446900" cy="18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7200"/>
              <a:buFont typeface="Nanum Myeongjo"/>
              <a:buNone/>
              <a:defRPr sz="7200"/>
            </a:lvl1pPr>
            <a:lvl2pPr lvl="1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3" type="title"/>
          </p:nvPr>
        </p:nvSpPr>
        <p:spPr>
          <a:xfrm>
            <a:off x="3821131" y="380700"/>
            <a:ext cx="274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b="1" sz="14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829943" y="4016050"/>
            <a:ext cx="1309200" cy="9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0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9pPr>
          </a:lstStyle>
          <a:p/>
        </p:txBody>
      </p:sp>
      <p:sp>
        <p:nvSpPr>
          <p:cNvPr id="13" name="Google Shape;13;p2"/>
          <p:cNvSpPr txBox="1"/>
          <p:nvPr>
            <p:ph idx="4" type="subTitle"/>
          </p:nvPr>
        </p:nvSpPr>
        <p:spPr>
          <a:xfrm>
            <a:off x="5258968" y="4016050"/>
            <a:ext cx="1309200" cy="9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0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9pPr>
          </a:lstStyle>
          <a:p/>
        </p:txBody>
      </p:sp>
      <p:sp>
        <p:nvSpPr>
          <p:cNvPr id="14" name="Google Shape;14;p2"/>
          <p:cNvSpPr/>
          <p:nvPr>
            <p:ph idx="5" type="pic"/>
          </p:nvPr>
        </p:nvSpPr>
        <p:spPr>
          <a:xfrm>
            <a:off x="228600" y="223475"/>
            <a:ext cx="2857200" cy="2348100"/>
          </a:xfrm>
          <a:prstGeom prst="round2SameRect">
            <a:avLst>
              <a:gd fmla="val 4621" name="adj1"/>
              <a:gd fmla="val 0" name="adj2"/>
            </a:avLst>
          </a:prstGeom>
          <a:noFill/>
          <a:ln>
            <a:noFill/>
          </a:ln>
        </p:spPr>
      </p:sp>
      <p:sp>
        <p:nvSpPr>
          <p:cNvPr id="15" name="Google Shape;15;p2"/>
          <p:cNvSpPr/>
          <p:nvPr>
            <p:ph idx="6" type="pic"/>
          </p:nvPr>
        </p:nvSpPr>
        <p:spPr>
          <a:xfrm rot="10800000">
            <a:off x="228600" y="2564446"/>
            <a:ext cx="2857200" cy="2348100"/>
          </a:xfrm>
          <a:prstGeom prst="round2SameRect">
            <a:avLst>
              <a:gd fmla="val 5506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List of 4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948175" y="797675"/>
            <a:ext cx="2852100" cy="26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lbert Sans"/>
              <a:buNone/>
              <a:defRPr sz="4800"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title"/>
          </p:nvPr>
        </p:nvSpPr>
        <p:spPr>
          <a:xfrm>
            <a:off x="4469650" y="936450"/>
            <a:ext cx="4440300" cy="81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3" type="title"/>
          </p:nvPr>
        </p:nvSpPr>
        <p:spPr>
          <a:xfrm>
            <a:off x="4469650" y="1754050"/>
            <a:ext cx="4440300" cy="81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4" type="title"/>
          </p:nvPr>
        </p:nvSpPr>
        <p:spPr>
          <a:xfrm>
            <a:off x="4469650" y="2574700"/>
            <a:ext cx="4440300" cy="81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5" type="title"/>
          </p:nvPr>
        </p:nvSpPr>
        <p:spPr>
          <a:xfrm>
            <a:off x="4454025" y="3395350"/>
            <a:ext cx="4453200" cy="81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3"/>
          <p:cNvSpPr/>
          <p:nvPr>
            <p:ph idx="6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 Purple">
  <p:cSld name="CUSTOM">
    <p:bg>
      <p:bgPr>
        <a:solidFill>
          <a:schemeClr val="lt2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84890" y="1024150"/>
            <a:ext cx="6123900" cy="14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anum Myeongjo"/>
              <a:buNone/>
              <a:defRPr sz="9600">
                <a:solidFill>
                  <a:schemeClr val="dk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subTitle"/>
          </p:nvPr>
        </p:nvSpPr>
        <p:spPr>
          <a:xfrm>
            <a:off x="966811" y="321575"/>
            <a:ext cx="230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7" name="Google Shape;27;p4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 Green">
  <p:cSld name="CUSTOM_5">
    <p:bg>
      <p:bgPr>
        <a:solidFill>
          <a:schemeClr val="accen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" name="Google Shape;30;p5"/>
          <p:cNvSpPr txBox="1"/>
          <p:nvPr>
            <p:ph type="title"/>
          </p:nvPr>
        </p:nvSpPr>
        <p:spPr>
          <a:xfrm>
            <a:off x="884890" y="1024150"/>
            <a:ext cx="6123900" cy="14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anum Myeongjo"/>
              <a:buNone/>
              <a:defRPr sz="9600">
                <a:solidFill>
                  <a:schemeClr val="dk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subTitle"/>
          </p:nvPr>
        </p:nvSpPr>
        <p:spPr>
          <a:xfrm>
            <a:off x="966811" y="321575"/>
            <a:ext cx="230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 Teal">
  <p:cSld name="CUSTOM_5_1">
    <p:bg>
      <p:bgPr>
        <a:solidFill>
          <a:schemeClr val="accent2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884890" y="1024150"/>
            <a:ext cx="6123900" cy="14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anum Myeongjo"/>
              <a:buNone/>
              <a:defRPr sz="9600">
                <a:solidFill>
                  <a:schemeClr val="dk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subTitle"/>
          </p:nvPr>
        </p:nvSpPr>
        <p:spPr>
          <a:xfrm>
            <a:off x="966811" y="321575"/>
            <a:ext cx="230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 Blue">
  <p:cSld name="CUSTOM_5_1_1">
    <p:bg>
      <p:bgPr>
        <a:solidFill>
          <a:schemeClr val="accent4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0" name="Google Shape;40;p7"/>
          <p:cNvSpPr txBox="1"/>
          <p:nvPr>
            <p:ph type="title"/>
          </p:nvPr>
        </p:nvSpPr>
        <p:spPr>
          <a:xfrm>
            <a:off x="884890" y="1024150"/>
            <a:ext cx="6123900" cy="14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" type="subTitle"/>
          </p:nvPr>
        </p:nvSpPr>
        <p:spPr>
          <a:xfrm>
            <a:off x="966811" y="321575"/>
            <a:ext cx="230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ll Quote">
  <p:cSld name="CUSTOM_1">
    <p:bg>
      <p:bgPr>
        <a:solidFill>
          <a:schemeClr val="lt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5" name="Google Shape;45;p8"/>
          <p:cNvSpPr txBox="1"/>
          <p:nvPr>
            <p:ph idx="1" type="subTitle"/>
          </p:nvPr>
        </p:nvSpPr>
        <p:spPr>
          <a:xfrm>
            <a:off x="4627750" y="1204950"/>
            <a:ext cx="24897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3" type="body"/>
          </p:nvPr>
        </p:nvSpPr>
        <p:spPr>
          <a:xfrm>
            <a:off x="4627750" y="1592350"/>
            <a:ext cx="2539200" cy="16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47" name="Google Shape;47;p8"/>
          <p:cNvSpPr/>
          <p:nvPr>
            <p:ph idx="4" type="pic"/>
          </p:nvPr>
        </p:nvSpPr>
        <p:spPr>
          <a:xfrm rot="-5400000">
            <a:off x="1529325" y="1257825"/>
            <a:ext cx="3114600" cy="2619600"/>
          </a:xfrm>
          <a:prstGeom prst="round2SameRect">
            <a:avLst>
              <a:gd fmla="val 3848" name="adj1"/>
              <a:gd fmla="val 0" name="adj2"/>
            </a:avLst>
          </a:prstGeom>
          <a:noFill/>
          <a:ln>
            <a:noFill/>
          </a:ln>
        </p:spPr>
      </p:sp>
      <p:sp>
        <p:nvSpPr>
          <p:cNvPr id="48" name="Google Shape;48;p8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636">
          <p15:clr>
            <a:srgbClr val="E46962"/>
          </p15:clr>
        </p15:guide>
        <p15:guide id="2" orient="horz" pos="2604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Page Image">
  <p:cSld name="CUSTOM_2">
    <p:bg>
      <p:bgPr>
        <a:solidFill>
          <a:schemeClr val="lt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/>
          <p:nvPr>
            <p:ph idx="2" type="pic"/>
          </p:nvPr>
        </p:nvSpPr>
        <p:spPr>
          <a:xfrm>
            <a:off x="120000" y="114300"/>
            <a:ext cx="8904000" cy="49149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 + Content">
  <p:cSld name="CUSTOM_3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5235220" y="2573350"/>
            <a:ext cx="3798300" cy="19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 u="none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 u="none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 u="none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 u="none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 u="none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0"/>
          <p:cNvSpPr txBox="1"/>
          <p:nvPr>
            <p:ph idx="2" type="body"/>
          </p:nvPr>
        </p:nvSpPr>
        <p:spPr>
          <a:xfrm>
            <a:off x="5235220" y="750863"/>
            <a:ext cx="3729900" cy="16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54" name="Google Shape;54;p10"/>
          <p:cNvSpPr txBox="1"/>
          <p:nvPr>
            <p:ph type="title"/>
          </p:nvPr>
        </p:nvSpPr>
        <p:spPr>
          <a:xfrm>
            <a:off x="5257467" y="327150"/>
            <a:ext cx="274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b="1" sz="14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0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6" name="Google Shape;56;p10"/>
          <p:cNvSpPr txBox="1"/>
          <p:nvPr>
            <p:ph idx="4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/>
          <p:nvPr>
            <p:ph idx="5" type="pic"/>
          </p:nvPr>
        </p:nvSpPr>
        <p:spPr>
          <a:xfrm rot="10800000">
            <a:off x="228600" y="2561290"/>
            <a:ext cx="2262600" cy="2348400"/>
          </a:xfrm>
          <a:prstGeom prst="round1Rect">
            <a:avLst>
              <a:gd fmla="val 4873" name="adj"/>
            </a:avLst>
          </a:prstGeom>
          <a:noFill/>
          <a:ln>
            <a:noFill/>
          </a:ln>
        </p:spPr>
      </p:sp>
      <p:sp>
        <p:nvSpPr>
          <p:cNvPr id="58" name="Google Shape;58;p10"/>
          <p:cNvSpPr/>
          <p:nvPr>
            <p:ph idx="6" type="pic"/>
          </p:nvPr>
        </p:nvSpPr>
        <p:spPr>
          <a:xfrm>
            <a:off x="2486554" y="223525"/>
            <a:ext cx="2262600" cy="2348400"/>
          </a:xfrm>
          <a:prstGeom prst="round1Rect">
            <a:avLst>
              <a:gd fmla="val 4873" name="adj"/>
            </a:avLst>
          </a:prstGeom>
          <a:noFill/>
          <a:ln>
            <a:noFill/>
          </a:ln>
        </p:spPr>
      </p:sp>
      <p:sp>
        <p:nvSpPr>
          <p:cNvPr id="59" name="Google Shape;59;p10"/>
          <p:cNvSpPr/>
          <p:nvPr>
            <p:ph idx="7" type="pic"/>
          </p:nvPr>
        </p:nvSpPr>
        <p:spPr>
          <a:xfrm flipH="1" rot="10800000">
            <a:off x="2486554" y="2561290"/>
            <a:ext cx="2262600" cy="2348400"/>
          </a:xfrm>
          <a:prstGeom prst="round1Rect">
            <a:avLst>
              <a:gd fmla="val 4873" name="adj"/>
            </a:avLst>
          </a:prstGeom>
          <a:noFill/>
          <a:ln>
            <a:noFill/>
          </a:ln>
        </p:spPr>
      </p:sp>
      <p:sp>
        <p:nvSpPr>
          <p:cNvPr id="60" name="Google Shape;60;p10"/>
          <p:cNvSpPr/>
          <p:nvPr>
            <p:ph idx="8" type="pic"/>
          </p:nvPr>
        </p:nvSpPr>
        <p:spPr>
          <a:xfrm flipH="1">
            <a:off x="228600" y="224575"/>
            <a:ext cx="2262600" cy="2348400"/>
          </a:xfrm>
          <a:prstGeom prst="round1Rect">
            <a:avLst>
              <a:gd fmla="val 4873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allery">
  <p:cSld name="CUSTOM_3_1">
    <p:bg>
      <p:bgPr>
        <a:solidFill>
          <a:schemeClr val="lt2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/>
          <p:nvPr>
            <p:ph idx="2" type="pic"/>
          </p:nvPr>
        </p:nvSpPr>
        <p:spPr>
          <a:xfrm>
            <a:off x="114275" y="114300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  <p:sp>
        <p:nvSpPr>
          <p:cNvPr id="63" name="Google Shape;63;p11"/>
          <p:cNvSpPr/>
          <p:nvPr>
            <p:ph idx="3" type="pic"/>
          </p:nvPr>
        </p:nvSpPr>
        <p:spPr>
          <a:xfrm>
            <a:off x="3117080" y="114300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  <p:sp>
        <p:nvSpPr>
          <p:cNvPr id="64" name="Google Shape;64;p11"/>
          <p:cNvSpPr/>
          <p:nvPr>
            <p:ph idx="4" type="pic"/>
          </p:nvPr>
        </p:nvSpPr>
        <p:spPr>
          <a:xfrm>
            <a:off x="114275" y="2604796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  <p:sp>
        <p:nvSpPr>
          <p:cNvPr id="65" name="Google Shape;65;p11"/>
          <p:cNvSpPr/>
          <p:nvPr>
            <p:ph idx="5" type="pic"/>
          </p:nvPr>
        </p:nvSpPr>
        <p:spPr>
          <a:xfrm>
            <a:off x="3117080" y="2604796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  <p:sp>
        <p:nvSpPr>
          <p:cNvPr id="66" name="Google Shape;66;p11"/>
          <p:cNvSpPr/>
          <p:nvPr>
            <p:ph idx="6" type="pic"/>
          </p:nvPr>
        </p:nvSpPr>
        <p:spPr>
          <a:xfrm>
            <a:off x="6109898" y="114300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  <p:sp>
        <p:nvSpPr>
          <p:cNvPr id="67" name="Google Shape;67;p11"/>
          <p:cNvSpPr/>
          <p:nvPr>
            <p:ph idx="7" type="pic"/>
          </p:nvPr>
        </p:nvSpPr>
        <p:spPr>
          <a:xfrm>
            <a:off x="6109898" y="2604796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Text">
  <p:cSld name="CUSTOM_4"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970234" y="770775"/>
            <a:ext cx="3729900" cy="1613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70" name="Google Shape;70;p12"/>
          <p:cNvSpPr txBox="1"/>
          <p:nvPr>
            <p:ph type="title"/>
          </p:nvPr>
        </p:nvSpPr>
        <p:spPr>
          <a:xfrm>
            <a:off x="956138" y="327150"/>
            <a:ext cx="274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b="1" sz="14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2" type="body"/>
          </p:nvPr>
        </p:nvSpPr>
        <p:spPr>
          <a:xfrm>
            <a:off x="5235225" y="824225"/>
            <a:ext cx="3321600" cy="3470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u="none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u="none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2" name="Google Shape;72;p12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" name="Google Shape;73;p12"/>
          <p:cNvSpPr txBox="1"/>
          <p:nvPr>
            <p:ph idx="4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">
  <p:cSld name="CUSTOM_4_1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idx="1" type="body"/>
          </p:nvPr>
        </p:nvSpPr>
        <p:spPr>
          <a:xfrm>
            <a:off x="949503" y="770775"/>
            <a:ext cx="7171500" cy="16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76" name="Google Shape;76;p13"/>
          <p:cNvSpPr txBox="1"/>
          <p:nvPr>
            <p:ph type="title"/>
          </p:nvPr>
        </p:nvSpPr>
        <p:spPr>
          <a:xfrm>
            <a:off x="956138" y="327150"/>
            <a:ext cx="274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b="1" sz="14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2" type="body"/>
          </p:nvPr>
        </p:nvSpPr>
        <p:spPr>
          <a:xfrm>
            <a:off x="961716" y="2599900"/>
            <a:ext cx="7145100" cy="18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u="none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u="none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" name="Google Shape;78;p13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9" name="Google Shape;79;p13"/>
          <p:cNvSpPr txBox="1"/>
          <p:nvPr>
            <p:ph idx="4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Problem">
  <p:cSld name="CUSTOM_6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" name="Google Shape;82;p14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" name="Google Shape;83;p14"/>
          <p:cNvSpPr txBox="1"/>
          <p:nvPr>
            <p:ph idx="1" type="subTitle"/>
          </p:nvPr>
        </p:nvSpPr>
        <p:spPr>
          <a:xfrm>
            <a:off x="958450" y="2692875"/>
            <a:ext cx="7137900" cy="20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b="0"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84" name="Google Shape;84;p14"/>
          <p:cNvSpPr txBox="1"/>
          <p:nvPr>
            <p:ph idx="3" type="title"/>
          </p:nvPr>
        </p:nvSpPr>
        <p:spPr>
          <a:xfrm>
            <a:off x="956150" y="555750"/>
            <a:ext cx="355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None/>
              <a:defRPr b="1" sz="14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85" name="Google Shape;85;p14"/>
          <p:cNvSpPr txBox="1"/>
          <p:nvPr>
            <p:ph idx="4" type="title"/>
          </p:nvPr>
        </p:nvSpPr>
        <p:spPr>
          <a:xfrm>
            <a:off x="941263" y="866159"/>
            <a:ext cx="7137900" cy="20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 &amp; Benefits">
  <p:cSld name="CUSTOM_7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idx="1" type="subTitle"/>
          </p:nvPr>
        </p:nvSpPr>
        <p:spPr>
          <a:xfrm>
            <a:off x="-394525" y="762900"/>
            <a:ext cx="29583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88" name="Google Shape;88;p15"/>
          <p:cNvSpPr txBox="1"/>
          <p:nvPr>
            <p:ph idx="2" type="subTitle"/>
          </p:nvPr>
        </p:nvSpPr>
        <p:spPr>
          <a:xfrm>
            <a:off x="7780000" y="762900"/>
            <a:ext cx="19617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3" type="subTitle"/>
          </p:nvPr>
        </p:nvSpPr>
        <p:spPr>
          <a:xfrm>
            <a:off x="-867225" y="1991550"/>
            <a:ext cx="20115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/>
        </p:txBody>
      </p:sp>
      <p:sp>
        <p:nvSpPr>
          <p:cNvPr id="90" name="Google Shape;90;p15"/>
          <p:cNvSpPr txBox="1"/>
          <p:nvPr>
            <p:ph idx="4" type="subTitle"/>
          </p:nvPr>
        </p:nvSpPr>
        <p:spPr>
          <a:xfrm>
            <a:off x="1384800" y="1991550"/>
            <a:ext cx="19617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91" name="Google Shape;91;p15"/>
          <p:cNvSpPr txBox="1"/>
          <p:nvPr>
            <p:ph idx="5" type="subTitle"/>
          </p:nvPr>
        </p:nvSpPr>
        <p:spPr>
          <a:xfrm>
            <a:off x="3556975" y="1991550"/>
            <a:ext cx="44034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9pPr>
          </a:lstStyle>
          <a:p/>
        </p:txBody>
      </p:sp>
      <p:sp>
        <p:nvSpPr>
          <p:cNvPr id="92" name="Google Shape;92;p15"/>
          <p:cNvSpPr txBox="1"/>
          <p:nvPr>
            <p:ph idx="6" type="subTitle"/>
          </p:nvPr>
        </p:nvSpPr>
        <p:spPr>
          <a:xfrm>
            <a:off x="8207225" y="1991550"/>
            <a:ext cx="22164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93" name="Google Shape;93;p15"/>
          <p:cNvSpPr txBox="1"/>
          <p:nvPr>
            <p:ph idx="7" type="subTitle"/>
          </p:nvPr>
        </p:nvSpPr>
        <p:spPr>
          <a:xfrm>
            <a:off x="307950" y="3220200"/>
            <a:ext cx="38076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94" name="Google Shape;94;p15"/>
          <p:cNvSpPr txBox="1"/>
          <p:nvPr>
            <p:ph idx="8" type="subTitle"/>
          </p:nvPr>
        </p:nvSpPr>
        <p:spPr>
          <a:xfrm>
            <a:off x="4367925" y="3220200"/>
            <a:ext cx="21210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9" type="subTitle"/>
          </p:nvPr>
        </p:nvSpPr>
        <p:spPr>
          <a:xfrm>
            <a:off x="6718750" y="3220200"/>
            <a:ext cx="23832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96" name="Google Shape;96;p15"/>
          <p:cNvSpPr txBox="1"/>
          <p:nvPr>
            <p:ph idx="13" type="subTitle"/>
          </p:nvPr>
        </p:nvSpPr>
        <p:spPr>
          <a:xfrm>
            <a:off x="2793625" y="762900"/>
            <a:ext cx="21435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/>
        </p:txBody>
      </p:sp>
      <p:sp>
        <p:nvSpPr>
          <p:cNvPr id="97" name="Google Shape;97;p15"/>
          <p:cNvSpPr txBox="1"/>
          <p:nvPr>
            <p:ph idx="14" type="subTitle"/>
          </p:nvPr>
        </p:nvSpPr>
        <p:spPr>
          <a:xfrm>
            <a:off x="5151963" y="762900"/>
            <a:ext cx="24132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98" name="Google Shape;98;p15"/>
          <p:cNvSpPr/>
          <p:nvPr>
            <p:ph idx="15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9" name="Google Shape;99;p15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e Graph">
  <p:cSld name="CUSTOM_8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title"/>
          </p:nvPr>
        </p:nvSpPr>
        <p:spPr>
          <a:xfrm>
            <a:off x="956150" y="327150"/>
            <a:ext cx="355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None/>
              <a:defRPr b="1" sz="14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2" name="Google Shape;102;p16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3" name="Google Shape;103;p16"/>
          <p:cNvSpPr txBox="1"/>
          <p:nvPr>
            <p:ph idx="1" type="subTitle"/>
          </p:nvPr>
        </p:nvSpPr>
        <p:spPr>
          <a:xfrm>
            <a:off x="3831000" y="327150"/>
            <a:ext cx="45003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e Graph">
  <p:cSld name="CUSTOM_8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idx="1" type="subTitle"/>
          </p:nvPr>
        </p:nvSpPr>
        <p:spPr>
          <a:xfrm>
            <a:off x="955475" y="1615450"/>
            <a:ext cx="3291600" cy="28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type="title"/>
          </p:nvPr>
        </p:nvSpPr>
        <p:spPr>
          <a:xfrm>
            <a:off x="956150" y="327150"/>
            <a:ext cx="3558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None/>
              <a:defRPr b="1" sz="14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8" name="Google Shape;108;p17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9" name="Google Shape;109;p17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Solution">
  <p:cSld name="CUSTOM_9">
    <p:bg>
      <p:bgPr>
        <a:solidFill>
          <a:schemeClr val="accen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/>
          <p:nvPr/>
        </p:nvSpPr>
        <p:spPr>
          <a:xfrm>
            <a:off x="116350" y="93175"/>
            <a:ext cx="8904000" cy="4914900"/>
          </a:xfrm>
          <a:prstGeom prst="roundRect">
            <a:avLst>
              <a:gd fmla="val 26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 txBox="1"/>
          <p:nvPr>
            <p:ph idx="1" type="subTitle"/>
          </p:nvPr>
        </p:nvSpPr>
        <p:spPr>
          <a:xfrm>
            <a:off x="958450" y="2692875"/>
            <a:ext cx="7137900" cy="20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b="0"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13" name="Google Shape;113;p18"/>
          <p:cNvSpPr txBox="1"/>
          <p:nvPr>
            <p:ph type="title"/>
          </p:nvPr>
        </p:nvSpPr>
        <p:spPr>
          <a:xfrm>
            <a:off x="956150" y="555750"/>
            <a:ext cx="355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2" type="title"/>
          </p:nvPr>
        </p:nvSpPr>
        <p:spPr>
          <a:xfrm>
            <a:off x="941263" y="866159"/>
            <a:ext cx="7137900" cy="20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8"/>
          <p:cNvSpPr/>
          <p:nvPr>
            <p:ph idx="4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y It Works">
  <p:cSld name="CUSTOM_9_1">
    <p:bg>
      <p:bgPr>
        <a:solidFill>
          <a:schemeClr val="accen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/>
          <p:nvPr/>
        </p:nvSpPr>
        <p:spPr>
          <a:xfrm>
            <a:off x="116350" y="93175"/>
            <a:ext cx="8904000" cy="4914900"/>
          </a:xfrm>
          <a:prstGeom prst="roundRect">
            <a:avLst>
              <a:gd fmla="val 26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/>
          <p:nvPr>
            <p:ph idx="2" type="pic"/>
          </p:nvPr>
        </p:nvSpPr>
        <p:spPr>
          <a:xfrm rot="-5400000">
            <a:off x="-113050" y="322725"/>
            <a:ext cx="4911300" cy="4450500"/>
          </a:xfrm>
          <a:prstGeom prst="round2SameRect">
            <a:avLst>
              <a:gd fmla="val 286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5364025" y="704025"/>
            <a:ext cx="3437700" cy="35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>
                <a:solidFill>
                  <a:schemeClr val="dk2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1" name="Google Shape;121;p19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9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Audience Venn Diagram">
  <p:cSld name="CUSTOM_10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0"/>
          <p:cNvSpPr txBox="1"/>
          <p:nvPr>
            <p:ph idx="2" type="title"/>
          </p:nvPr>
        </p:nvSpPr>
        <p:spPr>
          <a:xfrm>
            <a:off x="956150" y="394200"/>
            <a:ext cx="355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 sz="1400"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126" name="Google Shape;126;p20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 of 3 Concepts">
  <p:cSld name="CUSTOM_11">
    <p:bg>
      <p:bgPr>
        <a:solidFill>
          <a:schemeClr val="accent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/>
          <p:nvPr/>
        </p:nvSpPr>
        <p:spPr>
          <a:xfrm>
            <a:off x="116350" y="93175"/>
            <a:ext cx="8904000" cy="4914900"/>
          </a:xfrm>
          <a:prstGeom prst="roundRect">
            <a:avLst>
              <a:gd fmla="val 26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1"/>
          <p:cNvSpPr txBox="1"/>
          <p:nvPr>
            <p:ph type="title"/>
          </p:nvPr>
        </p:nvSpPr>
        <p:spPr>
          <a:xfrm>
            <a:off x="941780" y="715125"/>
            <a:ext cx="7860000" cy="8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130" name="Google Shape;130;p21"/>
          <p:cNvSpPr txBox="1"/>
          <p:nvPr>
            <p:ph idx="1" type="body"/>
          </p:nvPr>
        </p:nvSpPr>
        <p:spPr>
          <a:xfrm>
            <a:off x="1188971" y="2402817"/>
            <a:ext cx="1893300" cy="16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1" name="Google Shape;131;p21"/>
          <p:cNvSpPr txBox="1"/>
          <p:nvPr>
            <p:ph idx="2" type="body"/>
          </p:nvPr>
        </p:nvSpPr>
        <p:spPr>
          <a:xfrm>
            <a:off x="3628515" y="2402817"/>
            <a:ext cx="1893300" cy="16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2" name="Google Shape;132;p21"/>
          <p:cNvSpPr txBox="1"/>
          <p:nvPr>
            <p:ph idx="3" type="subTitle"/>
          </p:nvPr>
        </p:nvSpPr>
        <p:spPr>
          <a:xfrm>
            <a:off x="1078092" y="1852966"/>
            <a:ext cx="21255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3" name="Google Shape;133;p21"/>
          <p:cNvSpPr txBox="1"/>
          <p:nvPr>
            <p:ph idx="4" type="subTitle"/>
          </p:nvPr>
        </p:nvSpPr>
        <p:spPr>
          <a:xfrm>
            <a:off x="3524146" y="1852966"/>
            <a:ext cx="21255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4" name="Google Shape;134;p21"/>
          <p:cNvSpPr txBox="1"/>
          <p:nvPr>
            <p:ph idx="5" type="subTitle"/>
          </p:nvPr>
        </p:nvSpPr>
        <p:spPr>
          <a:xfrm>
            <a:off x="5970200" y="1852966"/>
            <a:ext cx="21255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5" name="Google Shape;135;p21"/>
          <p:cNvSpPr txBox="1"/>
          <p:nvPr>
            <p:ph idx="6" type="body"/>
          </p:nvPr>
        </p:nvSpPr>
        <p:spPr>
          <a:xfrm>
            <a:off x="6068972" y="2402817"/>
            <a:ext cx="1893300" cy="16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6" name="Google Shape;136;p21"/>
          <p:cNvSpPr/>
          <p:nvPr>
            <p:ph idx="7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 of 6 Concepts">
  <p:cSld name="CUSTOM_11_1">
    <p:bg>
      <p:bgPr>
        <a:solidFill>
          <a:schemeClr val="accent2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/>
          <p:nvPr/>
        </p:nvSpPr>
        <p:spPr>
          <a:xfrm>
            <a:off x="116350" y="93175"/>
            <a:ext cx="8904000" cy="4914900"/>
          </a:xfrm>
          <a:prstGeom prst="roundRect">
            <a:avLst>
              <a:gd fmla="val 26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2"/>
          <p:cNvSpPr txBox="1"/>
          <p:nvPr>
            <p:ph idx="1" type="subTitle"/>
          </p:nvPr>
        </p:nvSpPr>
        <p:spPr>
          <a:xfrm>
            <a:off x="1062065" y="917207"/>
            <a:ext cx="2021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0" name="Google Shape;140;p22"/>
          <p:cNvSpPr txBox="1"/>
          <p:nvPr>
            <p:ph idx="2" type="subTitle"/>
          </p:nvPr>
        </p:nvSpPr>
        <p:spPr>
          <a:xfrm>
            <a:off x="3507690" y="917207"/>
            <a:ext cx="2021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1" name="Google Shape;141;p22"/>
          <p:cNvSpPr txBox="1"/>
          <p:nvPr>
            <p:ph idx="3" type="subTitle"/>
          </p:nvPr>
        </p:nvSpPr>
        <p:spPr>
          <a:xfrm>
            <a:off x="5956640" y="917207"/>
            <a:ext cx="2021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2" name="Google Shape;142;p22"/>
          <p:cNvSpPr txBox="1"/>
          <p:nvPr>
            <p:ph idx="4" type="body"/>
          </p:nvPr>
        </p:nvSpPr>
        <p:spPr>
          <a:xfrm>
            <a:off x="1172475" y="1372575"/>
            <a:ext cx="1913100" cy="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3" name="Google Shape;143;p22"/>
          <p:cNvSpPr txBox="1"/>
          <p:nvPr>
            <p:ph idx="5" type="body"/>
          </p:nvPr>
        </p:nvSpPr>
        <p:spPr>
          <a:xfrm>
            <a:off x="3618100" y="1372575"/>
            <a:ext cx="1913100" cy="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4" name="Google Shape;144;p22"/>
          <p:cNvSpPr txBox="1"/>
          <p:nvPr>
            <p:ph idx="6" type="body"/>
          </p:nvPr>
        </p:nvSpPr>
        <p:spPr>
          <a:xfrm>
            <a:off x="6067050" y="1372575"/>
            <a:ext cx="1913100" cy="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5" name="Google Shape;145;p22"/>
          <p:cNvSpPr txBox="1"/>
          <p:nvPr>
            <p:ph idx="7" type="subTitle"/>
          </p:nvPr>
        </p:nvSpPr>
        <p:spPr>
          <a:xfrm>
            <a:off x="5956640" y="2552219"/>
            <a:ext cx="2021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6" name="Google Shape;146;p22"/>
          <p:cNvSpPr txBox="1"/>
          <p:nvPr>
            <p:ph idx="8" type="body"/>
          </p:nvPr>
        </p:nvSpPr>
        <p:spPr>
          <a:xfrm>
            <a:off x="3618088" y="3007588"/>
            <a:ext cx="1913100" cy="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7" name="Google Shape;147;p22"/>
          <p:cNvSpPr txBox="1"/>
          <p:nvPr>
            <p:ph idx="9" type="subTitle"/>
          </p:nvPr>
        </p:nvSpPr>
        <p:spPr>
          <a:xfrm>
            <a:off x="3508752" y="2552219"/>
            <a:ext cx="2021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8" name="Google Shape;148;p22"/>
          <p:cNvSpPr txBox="1"/>
          <p:nvPr>
            <p:ph idx="13" type="body"/>
          </p:nvPr>
        </p:nvSpPr>
        <p:spPr>
          <a:xfrm>
            <a:off x="1171275" y="3007588"/>
            <a:ext cx="1913100" cy="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9" name="Google Shape;149;p22"/>
          <p:cNvSpPr txBox="1"/>
          <p:nvPr>
            <p:ph idx="14" type="subTitle"/>
          </p:nvPr>
        </p:nvSpPr>
        <p:spPr>
          <a:xfrm>
            <a:off x="1060865" y="2552219"/>
            <a:ext cx="2021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0" name="Google Shape;150;p22"/>
          <p:cNvSpPr txBox="1"/>
          <p:nvPr>
            <p:ph idx="15" type="body"/>
          </p:nvPr>
        </p:nvSpPr>
        <p:spPr>
          <a:xfrm>
            <a:off x="6067050" y="3007588"/>
            <a:ext cx="1913100" cy="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1" name="Google Shape;151;p22"/>
          <p:cNvSpPr txBox="1"/>
          <p:nvPr>
            <p:ph type="title"/>
          </p:nvPr>
        </p:nvSpPr>
        <p:spPr>
          <a:xfrm>
            <a:off x="956150" y="327150"/>
            <a:ext cx="355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2" name="Google Shape;152;p22"/>
          <p:cNvSpPr/>
          <p:nvPr>
            <p:ph idx="16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Graph">
  <p:cSld name="CUSTOM_1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idx="1" type="subTitle"/>
          </p:nvPr>
        </p:nvSpPr>
        <p:spPr>
          <a:xfrm>
            <a:off x="960850" y="3191652"/>
            <a:ext cx="4082700" cy="15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/>
        </p:txBody>
      </p:sp>
      <p:sp>
        <p:nvSpPr>
          <p:cNvPr id="155" name="Google Shape;155;p23"/>
          <p:cNvSpPr txBox="1"/>
          <p:nvPr>
            <p:ph type="title"/>
          </p:nvPr>
        </p:nvSpPr>
        <p:spPr>
          <a:xfrm>
            <a:off x="932850" y="730375"/>
            <a:ext cx="4082700" cy="21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2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3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Graph">
  <p:cSld name="CUSTOM_13">
    <p:bg>
      <p:bgPr>
        <a:solidFill>
          <a:schemeClr val="accent2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/>
          <p:nvPr/>
        </p:nvSpPr>
        <p:spPr>
          <a:xfrm>
            <a:off x="114300" y="114300"/>
            <a:ext cx="8915400" cy="4914900"/>
          </a:xfrm>
          <a:prstGeom prst="roundRect">
            <a:avLst>
              <a:gd fmla="val 330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4"/>
          <p:cNvSpPr txBox="1"/>
          <p:nvPr>
            <p:ph idx="1" type="subTitle"/>
          </p:nvPr>
        </p:nvSpPr>
        <p:spPr>
          <a:xfrm>
            <a:off x="5251039" y="2593520"/>
            <a:ext cx="2571600" cy="15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1" name="Google Shape;161;p24"/>
          <p:cNvSpPr txBox="1"/>
          <p:nvPr>
            <p:ph idx="2" type="subTitle"/>
          </p:nvPr>
        </p:nvSpPr>
        <p:spPr>
          <a:xfrm>
            <a:off x="5233275" y="763675"/>
            <a:ext cx="3576600" cy="13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b="0"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2" name="Google Shape;162;p24"/>
          <p:cNvSpPr txBox="1"/>
          <p:nvPr>
            <p:ph type="title"/>
          </p:nvPr>
        </p:nvSpPr>
        <p:spPr>
          <a:xfrm>
            <a:off x="956150" y="327150"/>
            <a:ext cx="3558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lbert Sans"/>
              <a:buNone/>
              <a:defRPr b="1" sz="1400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63" name="Google Shape;163;p24"/>
          <p:cNvSpPr txBox="1"/>
          <p:nvPr>
            <p:ph idx="3" type="title"/>
          </p:nvPr>
        </p:nvSpPr>
        <p:spPr>
          <a:xfrm>
            <a:off x="5251132" y="327150"/>
            <a:ext cx="3558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lbert Sans"/>
              <a:buNone/>
              <a:defRPr b="1" sz="1400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64" name="Google Shape;164;p24"/>
          <p:cNvSpPr txBox="1"/>
          <p:nvPr>
            <p:ph idx="4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4"/>
          <p:cNvSpPr/>
          <p:nvPr>
            <p:ph idx="5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Landscape">
  <p:cSld name="CUSTOM_14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>
            <p:ph idx="1" type="body"/>
          </p:nvPr>
        </p:nvSpPr>
        <p:spPr>
          <a:xfrm>
            <a:off x="6564350" y="577612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8" name="Google Shape;168;p25"/>
          <p:cNvSpPr txBox="1"/>
          <p:nvPr>
            <p:ph idx="2" type="body"/>
          </p:nvPr>
        </p:nvSpPr>
        <p:spPr>
          <a:xfrm>
            <a:off x="6564350" y="1810914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9" name="Google Shape;169;p25"/>
          <p:cNvSpPr txBox="1"/>
          <p:nvPr>
            <p:ph idx="3" type="body"/>
          </p:nvPr>
        </p:nvSpPr>
        <p:spPr>
          <a:xfrm>
            <a:off x="6564350" y="3038996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0" name="Google Shape;170;p25"/>
          <p:cNvSpPr txBox="1"/>
          <p:nvPr>
            <p:ph type="title"/>
          </p:nvPr>
        </p:nvSpPr>
        <p:spPr>
          <a:xfrm>
            <a:off x="3706300" y="327150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1" name="Google Shape;171;p25"/>
          <p:cNvSpPr txBox="1"/>
          <p:nvPr>
            <p:ph idx="4" type="body"/>
          </p:nvPr>
        </p:nvSpPr>
        <p:spPr>
          <a:xfrm>
            <a:off x="3706300" y="577612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2" name="Google Shape;172;p25"/>
          <p:cNvSpPr txBox="1"/>
          <p:nvPr>
            <p:ph idx="5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3" name="Google Shape;173;p25"/>
          <p:cNvSpPr txBox="1"/>
          <p:nvPr>
            <p:ph idx="6" type="title"/>
          </p:nvPr>
        </p:nvSpPr>
        <p:spPr>
          <a:xfrm>
            <a:off x="956150" y="327150"/>
            <a:ext cx="2009100" cy="13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lbert Sans"/>
              <a:buNone/>
              <a:defRPr b="1" sz="1400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4" name="Google Shape;174;p25"/>
          <p:cNvSpPr/>
          <p:nvPr>
            <p:ph idx="7" type="pic"/>
          </p:nvPr>
        </p:nvSpPr>
        <p:spPr>
          <a:xfrm>
            <a:off x="3205625" y="423875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5" name="Google Shape;175;p25"/>
          <p:cNvSpPr/>
          <p:nvPr>
            <p:ph idx="8" type="pic"/>
          </p:nvPr>
        </p:nvSpPr>
        <p:spPr>
          <a:xfrm>
            <a:off x="6063675" y="423875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6" name="Google Shape;176;p25"/>
          <p:cNvSpPr/>
          <p:nvPr>
            <p:ph idx="9" type="pic"/>
          </p:nvPr>
        </p:nvSpPr>
        <p:spPr>
          <a:xfrm>
            <a:off x="3205625" y="1653438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7" name="Google Shape;177;p25"/>
          <p:cNvSpPr/>
          <p:nvPr>
            <p:ph idx="13" type="pic"/>
          </p:nvPr>
        </p:nvSpPr>
        <p:spPr>
          <a:xfrm>
            <a:off x="6063675" y="1653438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8" name="Google Shape;178;p25"/>
          <p:cNvSpPr/>
          <p:nvPr>
            <p:ph idx="14" type="pic"/>
          </p:nvPr>
        </p:nvSpPr>
        <p:spPr>
          <a:xfrm>
            <a:off x="3205625" y="2881163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9" name="Google Shape;179;p25"/>
          <p:cNvSpPr/>
          <p:nvPr>
            <p:ph idx="15" type="pic"/>
          </p:nvPr>
        </p:nvSpPr>
        <p:spPr>
          <a:xfrm>
            <a:off x="6063675" y="2881163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0" name="Google Shape;180;p25"/>
          <p:cNvSpPr txBox="1"/>
          <p:nvPr>
            <p:ph idx="16" type="title"/>
          </p:nvPr>
        </p:nvSpPr>
        <p:spPr>
          <a:xfrm>
            <a:off x="6564350" y="327150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1" name="Google Shape;181;p25"/>
          <p:cNvSpPr txBox="1"/>
          <p:nvPr>
            <p:ph idx="17" type="title"/>
          </p:nvPr>
        </p:nvSpPr>
        <p:spPr>
          <a:xfrm>
            <a:off x="3706300" y="1554125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2" name="Google Shape;182;p25"/>
          <p:cNvSpPr txBox="1"/>
          <p:nvPr>
            <p:ph idx="18" type="title"/>
          </p:nvPr>
        </p:nvSpPr>
        <p:spPr>
          <a:xfrm>
            <a:off x="6564350" y="1554125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3" name="Google Shape;183;p25"/>
          <p:cNvSpPr txBox="1"/>
          <p:nvPr>
            <p:ph idx="19" type="title"/>
          </p:nvPr>
        </p:nvSpPr>
        <p:spPr>
          <a:xfrm>
            <a:off x="3706300" y="2781100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4" name="Google Shape;184;p25"/>
          <p:cNvSpPr txBox="1"/>
          <p:nvPr>
            <p:ph idx="20" type="title"/>
          </p:nvPr>
        </p:nvSpPr>
        <p:spPr>
          <a:xfrm>
            <a:off x="6564350" y="2781100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5" name="Google Shape;185;p25"/>
          <p:cNvSpPr txBox="1"/>
          <p:nvPr>
            <p:ph idx="21" type="body"/>
          </p:nvPr>
        </p:nvSpPr>
        <p:spPr>
          <a:xfrm>
            <a:off x="3706300" y="1810914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6" name="Google Shape;186;p25"/>
          <p:cNvSpPr txBox="1"/>
          <p:nvPr>
            <p:ph idx="22" type="body"/>
          </p:nvPr>
        </p:nvSpPr>
        <p:spPr>
          <a:xfrm>
            <a:off x="3706300" y="3038996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7" name="Google Shape;187;p25"/>
          <p:cNvSpPr/>
          <p:nvPr>
            <p:ph idx="2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Content">
  <p:cSld name="CUSTOM_15">
    <p:bg>
      <p:bgPr>
        <a:solidFill>
          <a:schemeClr val="lt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/>
          <p:nvPr/>
        </p:nvSpPr>
        <p:spPr>
          <a:xfrm rot="5400000">
            <a:off x="4342200" y="341250"/>
            <a:ext cx="4914900" cy="4460100"/>
          </a:xfrm>
          <a:prstGeom prst="round2SameRect">
            <a:avLst>
              <a:gd fmla="val 3491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6"/>
          <p:cNvSpPr txBox="1"/>
          <p:nvPr>
            <p:ph type="title"/>
          </p:nvPr>
        </p:nvSpPr>
        <p:spPr>
          <a:xfrm>
            <a:off x="932850" y="730375"/>
            <a:ext cx="3280800" cy="21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191" name="Google Shape;191;p26"/>
          <p:cNvSpPr txBox="1"/>
          <p:nvPr>
            <p:ph idx="1" type="subTitle"/>
          </p:nvPr>
        </p:nvSpPr>
        <p:spPr>
          <a:xfrm>
            <a:off x="5233275" y="763675"/>
            <a:ext cx="3503700" cy="36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b="0"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26"/>
          <p:cNvSpPr txBox="1"/>
          <p:nvPr>
            <p:ph idx="2" type="subTitle"/>
          </p:nvPr>
        </p:nvSpPr>
        <p:spPr>
          <a:xfrm>
            <a:off x="955350" y="2928709"/>
            <a:ext cx="2844900" cy="15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3" name="Google Shape;193;p26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26"/>
          <p:cNvSpPr/>
          <p:nvPr>
            <p:ph idx="4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Phone + Desktop">
  <p:cSld name="CUSTOM_16">
    <p:bg>
      <p:bgPr>
        <a:solidFill>
          <a:schemeClr val="lt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"/>
          <p:cNvSpPr/>
          <p:nvPr/>
        </p:nvSpPr>
        <p:spPr>
          <a:xfrm rot="5400000">
            <a:off x="3618000" y="-382950"/>
            <a:ext cx="4914900" cy="5908500"/>
          </a:xfrm>
          <a:prstGeom prst="round2SameRect">
            <a:avLst>
              <a:gd fmla="val 3196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7"/>
          <p:cNvSpPr/>
          <p:nvPr>
            <p:ph idx="2" type="pic"/>
          </p:nvPr>
        </p:nvSpPr>
        <p:spPr>
          <a:xfrm>
            <a:off x="3768625" y="934850"/>
            <a:ext cx="4630500" cy="2606700"/>
          </a:xfrm>
          <a:prstGeom prst="roundRect">
            <a:avLst>
              <a:gd fmla="val 1120" name="adj"/>
            </a:avLst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27"/>
          <p:cNvSpPr/>
          <p:nvPr>
            <p:ph idx="3" type="pic"/>
          </p:nvPr>
        </p:nvSpPr>
        <p:spPr>
          <a:xfrm>
            <a:off x="812850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27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27"/>
          <p:cNvSpPr/>
          <p:nvPr>
            <p:ph idx="4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Desktop">
  <p:cSld name="CUSTOM_16_2"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/>
          <p:nvPr/>
        </p:nvSpPr>
        <p:spPr>
          <a:xfrm rot="5400000">
            <a:off x="3618000" y="-382950"/>
            <a:ext cx="4914900" cy="5908500"/>
          </a:xfrm>
          <a:prstGeom prst="round2SameRect">
            <a:avLst>
              <a:gd fmla="val 319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8"/>
          <p:cNvSpPr/>
          <p:nvPr/>
        </p:nvSpPr>
        <p:spPr>
          <a:xfrm rot="-5400000">
            <a:off x="-837600" y="1065750"/>
            <a:ext cx="4914900" cy="3011100"/>
          </a:xfrm>
          <a:prstGeom prst="round2SameRect">
            <a:avLst>
              <a:gd fmla="val 525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8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5" name="Google Shape;205;p28"/>
          <p:cNvSpPr/>
          <p:nvPr>
            <p:ph idx="3" type="pic"/>
          </p:nvPr>
        </p:nvSpPr>
        <p:spPr>
          <a:xfrm>
            <a:off x="1931050" y="789375"/>
            <a:ext cx="5281800" cy="2973300"/>
          </a:xfrm>
          <a:prstGeom prst="roundRect">
            <a:avLst>
              <a:gd fmla="val 1120" name="adj"/>
            </a:avLst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3 Phone">
  <p:cSld name="CUSTOM_16_1">
    <p:bg>
      <p:bgPr>
        <a:solidFill>
          <a:schemeClr val="lt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/>
          <p:nvPr/>
        </p:nvSpPr>
        <p:spPr>
          <a:xfrm rot="5400000">
            <a:off x="3618000" y="-382950"/>
            <a:ext cx="4914900" cy="5908500"/>
          </a:xfrm>
          <a:prstGeom prst="round2SameRect">
            <a:avLst>
              <a:gd fmla="val 319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9"/>
          <p:cNvSpPr/>
          <p:nvPr/>
        </p:nvSpPr>
        <p:spPr>
          <a:xfrm rot="-5400000">
            <a:off x="-837600" y="1065750"/>
            <a:ext cx="4914900" cy="3011100"/>
          </a:xfrm>
          <a:prstGeom prst="round2SameRect">
            <a:avLst>
              <a:gd fmla="val 525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9"/>
          <p:cNvSpPr/>
          <p:nvPr>
            <p:ph idx="2" type="pic"/>
          </p:nvPr>
        </p:nvSpPr>
        <p:spPr>
          <a:xfrm>
            <a:off x="812850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29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1" name="Google Shape;211;p29"/>
          <p:cNvSpPr/>
          <p:nvPr>
            <p:ph idx="4" type="pic"/>
          </p:nvPr>
        </p:nvSpPr>
        <p:spPr>
          <a:xfrm>
            <a:off x="3765000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29"/>
          <p:cNvSpPr/>
          <p:nvPr>
            <p:ph idx="5" type="pic"/>
          </p:nvPr>
        </p:nvSpPr>
        <p:spPr>
          <a:xfrm>
            <a:off x="6717150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Tablet">
  <p:cSld name="CUSTOM_16_2_1"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/>
          <p:nvPr/>
        </p:nvSpPr>
        <p:spPr>
          <a:xfrm rot="5400000">
            <a:off x="3618000" y="-382950"/>
            <a:ext cx="4914900" cy="5908500"/>
          </a:xfrm>
          <a:prstGeom prst="round2SameRect">
            <a:avLst>
              <a:gd fmla="val 319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0"/>
          <p:cNvSpPr/>
          <p:nvPr/>
        </p:nvSpPr>
        <p:spPr>
          <a:xfrm rot="-5400000">
            <a:off x="-837600" y="1065750"/>
            <a:ext cx="4914900" cy="3011100"/>
          </a:xfrm>
          <a:prstGeom prst="round2SameRect">
            <a:avLst>
              <a:gd fmla="val 525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0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7" name="Google Shape;217;p30"/>
          <p:cNvSpPr/>
          <p:nvPr>
            <p:ph idx="3" type="pic"/>
          </p:nvPr>
        </p:nvSpPr>
        <p:spPr>
          <a:xfrm>
            <a:off x="1988050" y="627575"/>
            <a:ext cx="5167800" cy="3888300"/>
          </a:xfrm>
          <a:prstGeom prst="roundRect">
            <a:avLst>
              <a:gd fmla="val 4099" name="adj"/>
            </a:avLst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s Phone + Tablet">
  <p:cSld name="CUSTOM_16_1_1">
    <p:bg>
      <p:bgPr>
        <a:solidFill>
          <a:schemeClr val="lt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/>
          <p:nvPr>
            <p:ph idx="2" type="pic"/>
          </p:nvPr>
        </p:nvSpPr>
        <p:spPr>
          <a:xfrm>
            <a:off x="812850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31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31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2" name="Google Shape;222;p31"/>
          <p:cNvSpPr/>
          <p:nvPr>
            <p:ph idx="4" type="pic"/>
          </p:nvPr>
        </p:nvSpPr>
        <p:spPr>
          <a:xfrm>
            <a:off x="3874125" y="866550"/>
            <a:ext cx="4531500" cy="3409500"/>
          </a:xfrm>
          <a:prstGeom prst="roundRect">
            <a:avLst>
              <a:gd fmla="val 4099" name="adj"/>
            </a:avLst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17">
    <p:bg>
      <p:bgPr>
        <a:solidFill>
          <a:schemeClr val="lt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2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2"/>
          <p:cNvSpPr txBox="1"/>
          <p:nvPr>
            <p:ph idx="1" type="subTitle"/>
          </p:nvPr>
        </p:nvSpPr>
        <p:spPr>
          <a:xfrm>
            <a:off x="440281" y="763675"/>
            <a:ext cx="2070300" cy="36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b="0"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2"/>
          <p:cNvSpPr txBox="1"/>
          <p:nvPr/>
        </p:nvSpPr>
        <p:spPr>
          <a:xfrm>
            <a:off x="871975" y="114300"/>
            <a:ext cx="13854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accent4"/>
                </a:solidFill>
                <a:latin typeface="Albert Sans"/>
                <a:ea typeface="Albert Sans"/>
                <a:cs typeface="Albert Sans"/>
                <a:sym typeface="Albert Sans"/>
              </a:rPr>
              <a:t>Future Focused</a:t>
            </a:r>
            <a:endParaRPr b="1">
              <a:solidFill>
                <a:schemeClr val="accent4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27" name="Google Shape;227;p32"/>
          <p:cNvSpPr txBox="1"/>
          <p:nvPr>
            <p:ph idx="2" type="subTitle"/>
          </p:nvPr>
        </p:nvSpPr>
        <p:spPr>
          <a:xfrm>
            <a:off x="580888" y="3286575"/>
            <a:ext cx="1757100" cy="11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0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32"/>
          <p:cNvSpPr txBox="1"/>
          <p:nvPr>
            <p:ph idx="3" type="title"/>
          </p:nvPr>
        </p:nvSpPr>
        <p:spPr>
          <a:xfrm>
            <a:off x="440281" y="327150"/>
            <a:ext cx="2009100" cy="13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Pullquote">
  <p:cSld name="CUSTOM_18">
    <p:bg>
      <p:bgPr>
        <a:solidFill>
          <a:schemeClr val="accent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3"/>
          <p:cNvSpPr txBox="1"/>
          <p:nvPr>
            <p:ph idx="1" type="subTitle"/>
          </p:nvPr>
        </p:nvSpPr>
        <p:spPr>
          <a:xfrm>
            <a:off x="821950" y="763675"/>
            <a:ext cx="2070300" cy="36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3"/>
          <p:cNvSpPr/>
          <p:nvPr/>
        </p:nvSpPr>
        <p:spPr>
          <a:xfrm>
            <a:off x="114300" y="114300"/>
            <a:ext cx="8915400" cy="4914900"/>
          </a:xfrm>
          <a:prstGeom prst="roundRect">
            <a:avLst>
              <a:gd fmla="val 330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3"/>
          <p:cNvSpPr txBox="1"/>
          <p:nvPr>
            <p:ph idx="2" type="subTitle"/>
          </p:nvPr>
        </p:nvSpPr>
        <p:spPr>
          <a:xfrm>
            <a:off x="1062075" y="763675"/>
            <a:ext cx="7025400" cy="36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anum Myeongjo"/>
              <a:buNone/>
              <a:defRPr b="0" sz="36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3" name="Google Shape;233;p33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33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7" name="Google Shape;237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8" name="Google Shape;23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1" name="Google Shape;241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5" name="Google Shape;24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9" name="Google Shape;249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0" name="Google Shape;250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56" name="Google Shape;256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7" name="Google Shape;257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60" name="Google Shape;260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64" name="Google Shape;264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5" name="Google Shape;265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6" name="Google Shape;266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269" name="Google Shape;269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72" name="Google Shape;272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3" name="Google Shape;273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9" name="Google Shape;279;p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0" name="Google Shape;280;p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1" name="Google Shape;281;p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2" name="Google Shape;282;p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3" name="Google Shape;283;p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4" name="Google Shape;284;p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8" name="Google Shape;288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2" name="Google Shape;292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3" name="Google Shape;293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4" name="Google Shape;294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5" name="Google Shape;295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6" name="Google Shape;296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9" name="Google Shape;299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0" name="Google Shape;300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1" name="Google Shape;301;p4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2" name="Google Shape;302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3" name="Google Shape;303;p4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4" name="Google Shape;304;p4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5" name="Google Shape;305;p4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_1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8" name="Google Shape;308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9" name="Google Shape;309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0" name="Google Shape;310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1" name="Google Shape;311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2" name="Google Shape;312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3" name="Google Shape;313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4" name="Google Shape;314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5" name="Google Shape;315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6" name="Google Shape;316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0" name="Google Shape;320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3" name="Google Shape;323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6" name="Google Shape;326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7" name="Google Shape;32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9" name="Google Shape;329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_1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2" name="Google Shape;332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5" name="Google Shape;335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7" name="Google Shape;337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8" name="Google Shape;338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9" name="Google Shape;339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0" name="Google Shape;340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1" name="Google Shape;341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_2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7" name="Google Shape;347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54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7550" y="425875"/>
            <a:ext cx="2916300" cy="12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7550" y="1714375"/>
            <a:ext cx="5780700" cy="29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19">
          <p15:clr>
            <a:srgbClr val="E46962"/>
          </p15:clr>
        </p15:guide>
        <p15:guide id="2" pos="593">
          <p15:clr>
            <a:srgbClr val="E46962"/>
          </p15:clr>
        </p15:guide>
        <p15:guide id="3" pos="669">
          <p15:clr>
            <a:srgbClr val="E46962"/>
          </p15:clr>
        </p15:guide>
        <p15:guide id="4" pos="1044">
          <p15:clr>
            <a:srgbClr val="E46962"/>
          </p15:clr>
        </p15:guide>
        <p15:guide id="5" pos="1119">
          <p15:clr>
            <a:srgbClr val="E46962"/>
          </p15:clr>
        </p15:guide>
        <p15:guide id="6" pos="1494">
          <p15:clr>
            <a:srgbClr val="E46962"/>
          </p15:clr>
        </p15:guide>
        <p15:guide id="7" pos="1569">
          <p15:clr>
            <a:srgbClr val="E46962"/>
          </p15:clr>
        </p15:guide>
        <p15:guide id="8" pos="1944">
          <p15:clr>
            <a:srgbClr val="E46962"/>
          </p15:clr>
        </p15:guide>
        <p15:guide id="9" pos="2019">
          <p15:clr>
            <a:srgbClr val="E46962"/>
          </p15:clr>
        </p15:guide>
        <p15:guide id="10" pos="2394">
          <p15:clr>
            <a:srgbClr val="E46962"/>
          </p15:clr>
        </p15:guide>
        <p15:guide id="11" pos="2469">
          <p15:clr>
            <a:srgbClr val="E46962"/>
          </p15:clr>
        </p15:guide>
        <p15:guide id="12" pos="2844">
          <p15:clr>
            <a:srgbClr val="E46962"/>
          </p15:clr>
        </p15:guide>
        <p15:guide id="13" pos="2919">
          <p15:clr>
            <a:srgbClr val="E46962"/>
          </p15:clr>
        </p15:guide>
        <p15:guide id="14" pos="3294">
          <p15:clr>
            <a:srgbClr val="E46962"/>
          </p15:clr>
        </p15:guide>
        <p15:guide id="15" pos="3370">
          <p15:clr>
            <a:srgbClr val="E46962"/>
          </p15:clr>
        </p15:guide>
        <p15:guide id="16" pos="3744">
          <p15:clr>
            <a:srgbClr val="E46962"/>
          </p15:clr>
        </p15:guide>
        <p15:guide id="17" pos="3820">
          <p15:clr>
            <a:srgbClr val="E46962"/>
          </p15:clr>
        </p15:guide>
        <p15:guide id="18" pos="4194">
          <p15:clr>
            <a:srgbClr val="E46962"/>
          </p15:clr>
        </p15:guide>
        <p15:guide id="19" pos="4270">
          <p15:clr>
            <a:srgbClr val="E46962"/>
          </p15:clr>
        </p15:guide>
        <p15:guide id="20" pos="4644">
          <p15:clr>
            <a:srgbClr val="E46962"/>
          </p15:clr>
        </p15:guide>
        <p15:guide id="21" pos="4720">
          <p15:clr>
            <a:srgbClr val="E46962"/>
          </p15:clr>
        </p15:guide>
        <p15:guide id="22" pos="5094">
          <p15:clr>
            <a:srgbClr val="E46962"/>
          </p15:clr>
        </p15:guide>
        <p15:guide id="23" pos="5170">
          <p15:clr>
            <a:srgbClr val="E46962"/>
          </p15:clr>
        </p15:guide>
        <p15:guide id="24" pos="5544">
          <p15:clr>
            <a:srgbClr val="E46962"/>
          </p15:clr>
        </p15:guide>
        <p15:guide id="25" orient="horz" pos="141">
          <p15:clr>
            <a:srgbClr val="E46962"/>
          </p15:clr>
        </p15:guide>
        <p15:guide id="26" orient="horz" pos="3099">
          <p15:clr>
            <a:srgbClr val="E46962"/>
          </p15:clr>
        </p15:guide>
        <p15:guide id="27" pos="144">
          <p15:clr>
            <a:srgbClr val="E46962"/>
          </p15:clr>
        </p15:guide>
        <p15:guide id="28" pos="5616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5"/>
          <p:cNvSpPr txBox="1"/>
          <p:nvPr>
            <p:ph idx="3" type="title"/>
          </p:nvPr>
        </p:nvSpPr>
        <p:spPr>
          <a:xfrm>
            <a:off x="3821131" y="380700"/>
            <a:ext cx="274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December 4</a:t>
            </a:r>
            <a:endParaRPr/>
          </a:p>
        </p:txBody>
      </p:sp>
      <p:sp>
        <p:nvSpPr>
          <p:cNvPr id="362" name="Google Shape;362;p55"/>
          <p:cNvSpPr txBox="1"/>
          <p:nvPr>
            <p:ph type="title"/>
          </p:nvPr>
        </p:nvSpPr>
        <p:spPr>
          <a:xfrm>
            <a:off x="3720299" y="1369200"/>
            <a:ext cx="5380800" cy="18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300"/>
              <a:t>Cash Vs Card</a:t>
            </a:r>
            <a:endParaRPr sz="6300"/>
          </a:p>
        </p:txBody>
      </p:sp>
      <p:sp>
        <p:nvSpPr>
          <p:cNvPr id="363" name="Google Shape;363;p55"/>
          <p:cNvSpPr txBox="1"/>
          <p:nvPr>
            <p:ph idx="1" type="subTitle"/>
          </p:nvPr>
        </p:nvSpPr>
        <p:spPr>
          <a:xfrm>
            <a:off x="3821131" y="3193975"/>
            <a:ext cx="1309200" cy="9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Contributor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Keidrick Wooten</a:t>
            </a:r>
            <a:endParaRPr/>
          </a:p>
        </p:txBody>
      </p:sp>
      <p:sp>
        <p:nvSpPr>
          <p:cNvPr id="364" name="Google Shape;364;p55"/>
          <p:cNvSpPr txBox="1"/>
          <p:nvPr>
            <p:ph idx="4" type="subTitle"/>
          </p:nvPr>
        </p:nvSpPr>
        <p:spPr>
          <a:xfrm>
            <a:off x="5130331" y="3193975"/>
            <a:ext cx="1309200" cy="9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Contributor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Austin Swaim</a:t>
            </a:r>
            <a:endParaRPr/>
          </a:p>
        </p:txBody>
      </p:sp>
      <p:pic>
        <p:nvPicPr>
          <p:cNvPr descr="Hexagonal icon." id="365" name="Google Shape;365;p5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6732" l="0" r="0" t="6732"/>
          <a:stretch/>
        </p:blipFill>
        <p:spPr>
          <a:xfrm>
            <a:off x="8596800" y="223475"/>
            <a:ext cx="318600" cy="318600"/>
          </a:xfrm>
          <a:prstGeom prst="ellipse">
            <a:avLst/>
          </a:prstGeom>
        </p:spPr>
      </p:pic>
      <p:pic>
        <p:nvPicPr>
          <p:cNvPr descr="Hexagonal icon." id="366" name="Google Shape;366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550" y="829350"/>
            <a:ext cx="2671625" cy="286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Purpose</a:t>
            </a:r>
            <a:endParaRPr/>
          </a:p>
        </p:txBody>
      </p:sp>
      <p:sp>
        <p:nvSpPr>
          <p:cNvPr id="372" name="Google Shape;372;p5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Preferences and Behavior</a:t>
            </a:r>
            <a:endParaRPr/>
          </a:p>
        </p:txBody>
      </p:sp>
      <p:sp>
        <p:nvSpPr>
          <p:cNvPr id="373" name="Google Shape;373;p56"/>
          <p:cNvSpPr txBox="1"/>
          <p:nvPr>
            <p:ph idx="2" type="subTitle"/>
          </p:nvPr>
        </p:nvSpPr>
        <p:spPr>
          <a:xfrm>
            <a:off x="4453425" y="121613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Operational </a:t>
            </a:r>
            <a:r>
              <a:rPr lang="en"/>
              <a:t>Efficiency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</p:txBody>
      </p:sp>
      <p:sp>
        <p:nvSpPr>
          <p:cNvPr id="374" name="Google Shape;374;p5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</a:t>
            </a:r>
            <a:r>
              <a:rPr lang="en"/>
              <a:t> Experience </a:t>
            </a:r>
            <a:endParaRPr/>
          </a:p>
        </p:txBody>
      </p:sp>
      <p:sp>
        <p:nvSpPr>
          <p:cNvPr id="375" name="Google Shape;375;p5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Cost Analysis</a:t>
            </a:r>
            <a:endParaRPr/>
          </a:p>
        </p:txBody>
      </p:sp>
      <p:sp>
        <p:nvSpPr>
          <p:cNvPr id="376" name="Google Shape;376;p5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Strategic</a:t>
            </a:r>
            <a:r>
              <a:rPr lang="en"/>
              <a:t> Decision Making</a:t>
            </a:r>
            <a:endParaRPr/>
          </a:p>
        </p:txBody>
      </p:sp>
      <p:sp>
        <p:nvSpPr>
          <p:cNvPr id="377" name="Google Shape;377;p56"/>
          <p:cNvSpPr txBox="1"/>
          <p:nvPr>
            <p:ph idx="6" type="subTitle"/>
          </p:nvPr>
        </p:nvSpPr>
        <p:spPr>
          <a:xfrm>
            <a:off x="4406650" y="257174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Revenue Tracking and Financial Reporting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Constraints/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Setbacks </a:t>
            </a:r>
            <a:endParaRPr/>
          </a:p>
        </p:txBody>
      </p:sp>
      <p:sp>
        <p:nvSpPr>
          <p:cNvPr id="383" name="Google Shape;383;p5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Card reader was out for three months in August at Popeyes</a:t>
            </a:r>
            <a:endParaRPr/>
          </a:p>
        </p:txBody>
      </p:sp>
      <p:sp>
        <p:nvSpPr>
          <p:cNvPr id="384" name="Google Shape;384;p5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85" name="Google Shape;385;p5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Cash </a:t>
            </a:r>
            <a:r>
              <a:rPr lang="en"/>
              <a:t>payments</a:t>
            </a:r>
            <a:r>
              <a:rPr lang="en"/>
              <a:t> were </a:t>
            </a:r>
            <a:r>
              <a:rPr lang="en"/>
              <a:t>dramatically</a:t>
            </a:r>
            <a:r>
              <a:rPr lang="en"/>
              <a:t> increased so we had to wait a full month to get a full </a:t>
            </a:r>
            <a:r>
              <a:rPr lang="en"/>
              <a:t>analysis</a:t>
            </a:r>
            <a:r>
              <a:rPr lang="en"/>
              <a:t> of data starting with the month of September.</a:t>
            </a:r>
            <a:endParaRPr/>
          </a:p>
        </p:txBody>
      </p:sp>
      <p:sp>
        <p:nvSpPr>
          <p:cNvPr id="386" name="Google Shape;386;p5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87" name="Google Shape;387;p5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Metrics Analyzation</a:t>
            </a:r>
            <a:endParaRPr/>
          </a:p>
        </p:txBody>
      </p:sp>
      <p:sp>
        <p:nvSpPr>
          <p:cNvPr id="393" name="Google Shape;393;p58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 Card: Transactions </a:t>
            </a:r>
            <a:r>
              <a:rPr lang="en"/>
              <a:t>processed</a:t>
            </a:r>
            <a:r>
              <a:rPr lang="en"/>
              <a:t> with Credit/Debit Cards in store</a:t>
            </a:r>
            <a:endParaRPr/>
          </a:p>
        </p:txBody>
      </p:sp>
      <p:sp>
        <p:nvSpPr>
          <p:cNvPr id="394" name="Google Shape;394;p5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95" name="Google Shape;395;p58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96" name="Google Shape;396;p58"/>
          <p:cNvSpPr txBox="1"/>
          <p:nvPr>
            <p:ph idx="4" type="subTitle"/>
          </p:nvPr>
        </p:nvSpPr>
        <p:spPr>
          <a:xfrm>
            <a:off x="4348425" y="187628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Doordash</a:t>
            </a:r>
            <a:r>
              <a:rPr lang="en"/>
              <a:t>: Transactions processed with Credit/Debit Cards </a:t>
            </a:r>
            <a:r>
              <a:rPr lang="en"/>
              <a:t>through</a:t>
            </a:r>
            <a:r>
              <a:rPr lang="en"/>
              <a:t> online/mobile orders</a:t>
            </a:r>
            <a:endParaRPr/>
          </a:p>
        </p:txBody>
      </p:sp>
      <p:sp>
        <p:nvSpPr>
          <p:cNvPr id="397" name="Google Shape;397;p58"/>
          <p:cNvSpPr txBox="1"/>
          <p:nvPr>
            <p:ph idx="5" type="subTitle"/>
          </p:nvPr>
        </p:nvSpPr>
        <p:spPr>
          <a:xfrm>
            <a:off x="4406650" y="35942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Cash: Transactions processed with Cash </a:t>
            </a:r>
            <a:r>
              <a:rPr lang="en"/>
              <a:t>payments</a:t>
            </a:r>
            <a:r>
              <a:rPr lang="en"/>
              <a:t> in store. </a:t>
            </a:r>
            <a:endParaRPr/>
          </a:p>
        </p:txBody>
      </p:sp>
      <p:sp>
        <p:nvSpPr>
          <p:cNvPr id="398" name="Google Shape;398;p58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9"/>
          <p:cNvSpPr txBox="1"/>
          <p:nvPr>
            <p:ph type="title"/>
          </p:nvPr>
        </p:nvSpPr>
        <p:spPr>
          <a:xfrm>
            <a:off x="347550" y="4286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 analyzed the data</a:t>
            </a:r>
            <a:endParaRPr/>
          </a:p>
        </p:txBody>
      </p:sp>
      <p:sp>
        <p:nvSpPr>
          <p:cNvPr id="404" name="Google Shape;404;p59"/>
          <p:cNvSpPr txBox="1"/>
          <p:nvPr>
            <p:ph idx="1" type="subTitle"/>
          </p:nvPr>
        </p:nvSpPr>
        <p:spPr>
          <a:xfrm>
            <a:off x="4406650" y="94667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Made a vector of both cash and card transactions, averaged them out, and was able to compare the two just based off of raw data.</a:t>
            </a:r>
            <a:endParaRPr/>
          </a:p>
        </p:txBody>
      </p:sp>
      <p:sp>
        <p:nvSpPr>
          <p:cNvPr id="405" name="Google Shape;405;p59"/>
          <p:cNvSpPr txBox="1"/>
          <p:nvPr>
            <p:ph idx="5" type="subTitle"/>
          </p:nvPr>
        </p:nvSpPr>
        <p:spPr>
          <a:xfrm>
            <a:off x="4406650" y="247387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we took this data after we cleaned it up, and made graphs for the data visualization class. </a:t>
            </a:r>
            <a:endParaRPr/>
          </a:p>
        </p:txBody>
      </p:sp>
      <p:pic>
        <p:nvPicPr>
          <p:cNvPr id="406" name="Google Shape;40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65175"/>
            <a:ext cx="1375375" cy="135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0175" y="2065175"/>
            <a:ext cx="1375375" cy="13733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544625"/>
            <a:ext cx="1375374" cy="1375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5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47050" y="3552938"/>
            <a:ext cx="1448310" cy="1358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0" name="Google Shape;410;p59"/>
          <p:cNvCxnSpPr/>
          <p:nvPr/>
        </p:nvCxnSpPr>
        <p:spPr>
          <a:xfrm rot="10800000">
            <a:off x="4692500" y="4059575"/>
            <a:ext cx="3201000" cy="72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7238" y="0"/>
            <a:ext cx="45295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Goals &amp; </a:t>
            </a:r>
            <a:r>
              <a:rPr lang="en" sz="3900"/>
              <a:t>Achievements</a:t>
            </a:r>
            <a:endParaRPr sz="3900"/>
          </a:p>
        </p:txBody>
      </p:sp>
      <p:sp>
        <p:nvSpPr>
          <p:cNvPr id="421" name="Google Shape;421;p6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Develop a System that tracks how many customers use Credit/Debit cards Vs. Cash in transactions</a:t>
            </a:r>
            <a:endParaRPr/>
          </a:p>
        </p:txBody>
      </p:sp>
      <p:sp>
        <p:nvSpPr>
          <p:cNvPr id="422" name="Google Shape;422;p6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23" name="Google Shape;423;p6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Got into contact with the aloha NCR pos and got them to add </a:t>
            </a:r>
            <a:r>
              <a:rPr lang="en"/>
              <a:t>specific</a:t>
            </a:r>
            <a:r>
              <a:rPr lang="en"/>
              <a:t> categories into the paperwork</a:t>
            </a:r>
            <a:endParaRPr/>
          </a:p>
        </p:txBody>
      </p:sp>
      <p:sp>
        <p:nvSpPr>
          <p:cNvPr id="424" name="Google Shape;424;p6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 Tracking the average of Card and Cash transactions respectively</a:t>
            </a:r>
            <a:endParaRPr/>
          </a:p>
        </p:txBody>
      </p:sp>
      <p:sp>
        <p:nvSpPr>
          <p:cNvPr id="425" name="Google Shape;425;p6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26" name="Google Shape;426;p6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2"/>
          <p:cNvSpPr txBox="1"/>
          <p:nvPr>
            <p:ph type="title"/>
          </p:nvPr>
        </p:nvSpPr>
        <p:spPr>
          <a:xfrm>
            <a:off x="2963400" y="130400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432" name="Google Shape;432;p62"/>
          <p:cNvSpPr txBox="1"/>
          <p:nvPr>
            <p:ph idx="1" type="subTitle"/>
          </p:nvPr>
        </p:nvSpPr>
        <p:spPr>
          <a:xfrm>
            <a:off x="171325" y="1339525"/>
            <a:ext cx="8686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 Popeyes Louisiana Kitchen. (n.d.). About us. Retrieved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September 15, 2024, from https://www.popeyes.com/about-us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62"/>
          <p:cNvSpPr txBox="1"/>
          <p:nvPr>
            <p:ph idx="2" type="subTitle"/>
          </p:nvPr>
        </p:nvSpPr>
        <p:spPr>
          <a:xfrm>
            <a:off x="228600" y="2300400"/>
            <a:ext cx="84843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R Core Team. (2023). R: A language and environment for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statistical computing [Software]. R Foundation for Statistical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Computing. https://www.R-project.org/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62"/>
          <p:cNvSpPr txBox="1"/>
          <p:nvPr>
            <p:ph idx="4" type="subTitle"/>
          </p:nvPr>
        </p:nvSpPr>
        <p:spPr>
          <a:xfrm>
            <a:off x="314400" y="3619325"/>
            <a:ext cx="85152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Kannan RR, Vasantha S. COVID 19 Outbreaks on the Growth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Self Servicing Technology Using Digital Payments. Webology.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2021;18(2):22-40. doi:10.14704/WEB/V18I2/WEB18305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ales Pitch">
  <a:themeElements>
    <a:clrScheme name="Simple Light">
      <a:dk1>
        <a:srgbClr val="08005F"/>
      </a:dk1>
      <a:lt1>
        <a:srgbClr val="FFFFFF"/>
      </a:lt1>
      <a:dk2>
        <a:srgbClr val="000000"/>
      </a:dk2>
      <a:lt2>
        <a:srgbClr val="B1A1FF"/>
      </a:lt2>
      <a:accent1>
        <a:srgbClr val="A1FF5F"/>
      </a:accent1>
      <a:accent2>
        <a:srgbClr val="1BBE90"/>
      </a:accent2>
      <a:accent3>
        <a:srgbClr val="0A485F"/>
      </a:accent3>
      <a:accent4>
        <a:srgbClr val="9ACAE0"/>
      </a:accent4>
      <a:accent5>
        <a:srgbClr val="D1D1EB"/>
      </a:accent5>
      <a:accent6>
        <a:srgbClr val="2837DB"/>
      </a:accent6>
      <a:hlink>
        <a:srgbClr val="2837D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